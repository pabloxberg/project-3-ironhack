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Feature Extract.</c:v>
                  </c:pt>
                  <c:pt idx="2">
                    <c:v>Fine-Tuned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81</c:v>
                </c:pt>
                <c:pt idx="2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92608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Image Classification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 vs.  Transfer Learning (ResNet18)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852928"/>
            <a:ext cx="50292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training &amp; comparing two DL approaches on 60,000 images across 10 classes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·  ResNet18  ·  CIFAR-10  ·  GPU Training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3020" y="1417320"/>
            <a:ext cx="731520" cy="731520"/>
          </a:xfrm>
          <a:prstGeom prst="ellipse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302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6974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CIFAR-10: 60,000 color images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pixels, 3 channels (RGB)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mutually exclusive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training / 10K test split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7972" y="1417320"/>
            <a:ext cx="731520" cy="731520"/>
          </a:xfrm>
          <a:prstGeom prst="ellipse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7972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56432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9584" y="26974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two DL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accuracy, precision,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and F1-score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trade-offs of each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9944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2924" y="1417320"/>
            <a:ext cx="731520" cy="731520"/>
          </a:xfrm>
          <a:prstGeom prst="ellipse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2924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01384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74536" y="26974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/ matplotlib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(T4 GPU)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3931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92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ToTensor()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029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images to PyTorch tensors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6888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054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Normalize(0.5, 0.5, 0.5)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channels to [-1, 1]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182112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18211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RandomHorizontalFlip()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456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training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95344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895344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size: 32×32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169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resizing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170432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170432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170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Transfer Learning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74920" y="1755648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1755648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792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Resize(224)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2029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32×32 → 224×224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2468880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246888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5054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Normalize([0.485,0.456,0.406])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ImageNet-specific mean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182112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4920" y="318211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std=[0.229,0.224,0.225]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3456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ImageNet-specific std dev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3895344"/>
            <a:ext cx="3566160" cy="566928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74920" y="3895344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RandomHorizontalFlip()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4169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training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3931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 —  Built from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657600" cy="40233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ReLU, MaxPool 2×2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657600" cy="40233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2199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423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filters, ReLU, MaxPool 2×2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3657600" cy="40233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2491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filters, ReLU, MaxPool 2×2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3657600" cy="40233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278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4290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→ 512 neurons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30752"/>
            <a:ext cx="3657600" cy="40233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30752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9319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0.25 (regularization)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33672"/>
            <a:ext cx="3657600" cy="402336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33672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4348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10 output classes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1170432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1170432"/>
            <a:ext cx="3931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1704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 —  Transfer Learning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A: Feature Extraction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084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ALL pre-trained layers (100%)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0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final FC layer only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2633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10 classes (not 1000)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0" y="2907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but limited adaptability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0" y="3246120"/>
            <a:ext cx="3657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B: Fine-Tuning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7033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final block (layer4)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0" y="39593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high-level feature detection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0" y="42153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0.0005 (gentler updates)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0" y="44714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 overall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70432"/>
            <a:ext cx="1600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80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170432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1170432"/>
            <a:ext cx="1600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280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170432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170432"/>
            <a:ext cx="1600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280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(CNN)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170432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170432"/>
            <a:ext cx="1600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280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(FT)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1762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170432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1170432"/>
            <a:ext cx="1600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280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21762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6974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69748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Mechanism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09067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validation loss every epoch.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improvement for 3 consecutive epochs → halts training &amp; restores best weights.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and saves GPU compute. Fine-Tuning triggered early stopping sooner, cutting total train time.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0D1B2A">
              <a:alpha val="10000"/>
            </a:srgbClr>
          </a:solidFill>
          <a:ln w="12700">
            <a:solidFill>
              <a:srgbClr val="0D1B2A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 Accuracy  ·  Precision  ·  Recall  ·  F1-Score  ·  Confusion Matrix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 (GPU)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70432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70432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533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18688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Feature Extract.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18688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min (GPU)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170432"/>
            <a:ext cx="274320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70432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08976" y="1188720"/>
            <a:ext cx="10058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08976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BEST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056" y="13533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163056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Fine-Tuned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63056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(GPU)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3456432"/>
          <a:ext cx="548640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989320" y="3456432"/>
            <a:ext cx="283464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26480" y="3502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26480" y="3803904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layer4 bridged the gap between ImageNet features and CIFAR-10, yielding +10% over Feature Extraction despite a smaller LR.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Pattern:  Higher confusion rate between visually similar classes — cats vs. dogs — observed in all three models.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2024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Custom CNN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accuracy — strong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native 32×32 resolution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(~4 min on GPU)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when compute is 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9202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920240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920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Feature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2450592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accuracy — marginal gain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mismatch hurts: 32→224px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ImageNet features suboptimal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slower: ~18 min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9202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920240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920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Fine-Tuning ★ Best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450592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accuracy — top performer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Unfreezing layer4 is key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LR (0.0005) prevents harm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cut training 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Classification: Custom CNN vs. ResNet18 Transfer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54864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43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CNN:  80% accuracy  ·  ~4 min GPU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 81% accuracy  ·  ~18 min GPU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(Best):  91% accuracy  ·  ~15 min GPU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CIFAR-10 Image Classification</dc:title>
  <dc:subject>PptxGenJS Presentation</dc:subject>
  <dc:creator>PptxGenJS</dc:creator>
  <cp:lastModifiedBy>PptxGenJS</cp:lastModifiedBy>
  <cp:revision>1</cp:revision>
  <dcterms:created xsi:type="dcterms:W3CDTF">2026-03-26T15:35:57Z</dcterms:created>
  <dcterms:modified xsi:type="dcterms:W3CDTF">2026-03-26T15:35:57Z</dcterms:modified>
</cp:coreProperties>
</file>